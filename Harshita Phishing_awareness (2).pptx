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5A2AEA-509E-DF38-0FEB-AAB2FA41BB53}" v="27" dt="2026-07-07T14:44:00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334DE-AE26-4BEE-8B11-6E18C9E99E86}" type="datetimeFigureOut"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83ED8-A429-482C-B8EF-F555E424196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57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 everyone. I'm Harshita Sharma, MCA student and Cybersecurity intern. Today we'll understand phishing — one of the most successful and damaging cyber threats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Phishing has evolved significantly. Spear phishing is particularly dangerous for corporate environments as attackers research individuals to craft convincing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documented real cases. The OLX scam is still very active. The CEO fraud — also called Business Email Compromise — costs companies worldwide billions of dollars annually.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yourself to check these six things before taking any action on an email or message. It takes 5 seconds and can save you from a devastating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 engineering is about exploiting trust and emotions. Attackers today research victims on social media — your public posts help them craft convincing lures. Think before you post personal details publicly.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2FA is the single most effective individual action you can take. Even if attackers steal your password, they cannot log in without the second factor. Make this a habit across all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 to answer before revealing. The explanations help them understand the WHY, not just the answer. Engagement is key for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critical window is the first 60 minutes. Banks can freeze fraudulent transfers if reported quickly. The 1930 helpline is India's official cyber fraud response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this: Cybersecurity is not just IT's job — it's everyone's responsibility. One trained employee can prevent a million rupee loss. Thank you,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474720"/>
            <a:ext cx="3657600" cy="3657600"/>
          </a:xfrm>
          <a:prstGeom prst="ellipse">
            <a:avLst/>
          </a:prstGeom>
          <a:solidFill>
            <a:srgbClr val="4A3494">
              <a:alpha val="50000"/>
            </a:srgbClr>
          </a:solidFill>
          <a:ln w="12700">
            <a:solidFill>
              <a:srgbClr val="4A3494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SERIES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Attacks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Recognition, Prevention &amp; Response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10896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1E114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2004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Harshita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Student | Cybersecurity Intern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0" y="6858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40680" y="731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1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emails/day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040880" y="6858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86600" y="731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1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faced</a:t>
            </a:r>
            <a:endParaRPr lang="en-US" sz="1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2023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94960" y="192024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19659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$17,700</a:t>
            </a:r>
            <a:endParaRPr lang="en-US" sz="1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</a:t>
            </a:r>
            <a:endParaRPr lang="en-US" sz="1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globally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PHISHING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D1B69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Phishing =Fraudulent attempt to obtain sensitive information by disguising as a trustworthy entity in digital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communication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496312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96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221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— fake emails from banks, delivery, government asking for credentials or payments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14884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496312"/>
            <a:ext cx="640080" cy="6400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496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23560" y="2221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(SMS)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messages with malicious links, often mimicking bank alerts or prize notifications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959352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685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(Voice)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069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pretending to be from TRAI, RBI, or bank customer care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61188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959352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🎣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23560" y="3685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4069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 using personal information — more convincing, harder to detect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PHISHING CASE STUDIES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6128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612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2023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508760" y="117957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OLX Scam — Soldier Trick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poses as an Army officer wanting to buy items on OLX. Asks seller to 'receive advance payment' via a fake payment app link. Seller enters UPI PIN thinking they're receiving money but sends it instead.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04872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42316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508760" y="24414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Fraud / BEC Attack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gets email seemingly from CEO: 'Transfer ₹15L to this vendor urgently, I'm in a meeting.' Email domain: ceo@comp4ny.com vs company.com. A Mumbai firm lost ₹2.5 crore this way.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8503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68503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ERA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08760" y="37033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Fake </a:t>
            </a:r>
            <a:r>
              <a:rPr lang="en-US" sz="1300" b="1" dirty="0" err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CoWIN</a:t>
            </a:r>
            <a:r>
              <a:rPr lang="en-US" sz="1300" b="1" dirty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  Phishing Site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405079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cowin-registration.com (fake) collected Aadhaar + phone + OTP from millions trying to book vaccine slots in 2021. Govt had to issue multiple warnings.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PHISHING — 6 RED FLAGS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21792" cy="6217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207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Address Mismatch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noreply@paytm-support.co ≠ paytm.com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371600"/>
            <a:ext cx="621792" cy="6217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207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/ Threatening Language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161848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 NOW or your account closes in 2 hours!'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633472"/>
            <a:ext cx="621792" cy="6217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468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/ Typo URLs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28803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paypa1.com, amaz0n.in, g00gle-signin.com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633472"/>
            <a:ext cx="621792" cy="6217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334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2468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Credentials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8803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companies NEVER ask for OTP via message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39312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895344"/>
            <a:ext cx="621792" cy="6217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37307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4142232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'Dear Customer' instead of your actual name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39312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895344"/>
            <a:ext cx="621792" cy="6217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37307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23560" y="4142232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Invoice.pdf.exe — double extension malware trick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2785"/>
          </a:solidFill>
          <a:ln w="12700">
            <a:solidFill>
              <a:srgbClr val="3D27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— THE HUMAN HACK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6186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Attackers manipulate emotions — not code, Your brain is the vulnerability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2763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Urgency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2996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overrides rational thinking. 'Your Aadhaar is linked to illegal activity. Press 1 to speak to officer.'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62763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🤵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15000" y="16276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0" y="202996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be from RBI, TRAI, CBI, or your company's IT department to demand compliance.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36499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💌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25880" y="3364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76732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a friend's account then messaging you: 'Yaar, emergency hai, ₹5000 bhej de, kal wapas karunga.'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36499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15000" y="3364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/ Greed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376732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lottery wins, job offers with huge salary, cashback scams targeting first-time internet users.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PROTECTION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6128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 (2FA): Enable on all accounts. A stolen password alone won't be enough for attackers.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7393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1965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837944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You Click: Always check the actual destination URL shown at the bottom of your browser.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4780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496312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OTP Policy: Never share OTP, PIN, or password with anyone — your bank's real staff will NEVER ask.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1363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Antivirus + Anti-Phishing Browser Extensions: Tools like Malwarebytes or uBlock Origin add protection layers.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7947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813048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Filtering: Enable spam filters. For organizations, set up DMARC/DKIM/SPF to prevent email spoofing.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40740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4531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4471416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Verify Independently: Google the company's official number and call them — don't use contact info from the suspicious message.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QUIZ — ARE YOU PHISHING-PROOF?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1170432"/>
          </a:xfrm>
          <a:prstGeom prst="roundRect">
            <a:avLst>
              <a:gd name="adj" fmla="val 6250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Email: 'Your Flipkart order is delayed. Verify your address: flipkart-delivery-update.com/verify'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27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and verify ✗   B) Log into Flipkart app directly to check ✅   C) Reply to the email   D) Forward to friends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568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go to the app/website directly. Don't trust links in emails.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1170432"/>
          </a:xfrm>
          <a:prstGeom prst="roundRect">
            <a:avLst>
              <a:gd name="adj" fmla="val 6250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A WhatsApp message from an unknown number: 'Hi, I'm from your company IT team. Share your Windows login to fix an issue.'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Share the credentials ✗   B) Ask for employee ID ✗   C) Refuse and report to your actual IT team ✅   D) Change your password and share new one 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18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IT teams never ask for credentials over WhatsApp.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639312"/>
            <a:ext cx="8412480" cy="1170432"/>
          </a:xfrm>
          <a:prstGeom prst="roundRect">
            <a:avLst>
              <a:gd name="adj" fmla="val 6250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685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You receive an OTP on your phone but you didn't request one. What does this mean?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507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Nothing, ignore it ✗   B) Someone is trying to log into your account ✅   C) It's a test message ✗   D) Forward the OTP to the number that called you 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 unrequested OTP = someone has your password and is trying to log in.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IF YOU GET PHISHED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5272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52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Panic — Act Fast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from internet if you clicked a malicious link. Speed matters more than anything else.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21284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12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All Passwords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5328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email (everything else can be reset via email), then banking apps, then social media.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317296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172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089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Bank Immediately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4930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official helpline (back of your card). Request transaction hold. Report: 1930 helpline.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95928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413308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1330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Cybercrime Complaint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4531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cybercrime.gov.in or call 1930 within 24 hours. Earlier = higher chance of fund recovery.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4A3494">
              <a:alpha val="55000"/>
            </a:srgbClr>
          </a:solidFill>
          <a:ln w="12700">
            <a:solidFill>
              <a:srgbClr val="4A3494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Pause.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Verify.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Act.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Check sender, URL, and content before clicking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No OTP or password sharing — ever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Enable 2FA on every important account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Report fraud: 1930 | cybercrime.gov.in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3D278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155448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Harshita</a:t>
            </a:r>
            <a:b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0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Cybersecurity Intern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 dirty="0" err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CodeAlpha</a:t>
            </a:r>
            <a:br>
              <a:rPr lang="en-US" sz="1000" dirty="0">
                <a:solidFill>
                  <a:srgbClr val="14B8A6"/>
                </a:solidFill>
                <a:latin typeface="Calibri"/>
                <a:ea typeface="Calibri"/>
                <a:cs typeface="Calibri"/>
              </a:rPr>
            </a:br>
            <a:br>
              <a:rPr lang="en-US" sz="1000" dirty="0">
                <a:latin typeface="Calibri"/>
                <a:ea typeface="Calibri"/>
                <a:cs typeface="Calibri"/>
              </a:rPr>
            </a:br>
            <a:r>
              <a:rPr lang="en-US" sz="1000" dirty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Thank You 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Harshita Sharma</dc:creator>
  <cp:lastModifiedBy>Harshita Sharma</cp:lastModifiedBy>
  <cp:revision>18</cp:revision>
  <dcterms:created xsi:type="dcterms:W3CDTF">2026-07-07T08:09:43Z</dcterms:created>
  <dcterms:modified xsi:type="dcterms:W3CDTF">2026-07-07T14:44:28Z</dcterms:modified>
</cp:coreProperties>
</file>